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0">
                <a:solidFill>
                  <a:srgbClr val="E0C068"/>
                </a:solidFill>
                <a:latin typeface="Calibri"/>
              </a:rPr>
              <a:t>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E0C068"/>
                </a:solidFill>
                <a:latin typeface="Calibri"/>
              </a:rPr>
              <a:t>CN6035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Theatre Seat Reservation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Calibri"/>
              </a:rPr>
              <a:t>Mobile &amp; Distributed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572000"/>
            <a:ext cx="2103120" cy="2000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Φοιτητής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3492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[Ονοματεπώνυμο]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[ΑΜ Φοιτητή]   ·   Ακαδημαϊκό Έτος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Στόχος Εφαρμογής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C068"/>
                </a:solidFill>
                <a:latin typeface="Calibri"/>
              </a:rPr>
              <a:t>Τι λύνει το app και για ποιους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C068"/>
                </a:solidFill>
                <a:latin typeface="Calibri"/>
              </a:rPr>
              <a:t>🎯 Πρόβλημα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Η αγορά εισιτηρίων για θεατρικές παραστάσεις απαιτεί συχνά:
• επίσκεψη στο ταμείο του θεάτρου
• πολλαπλά websites με διαφορετικά UI
• αδυναμία προβολής διαθέσιμων θέσεων σε πραγματικό χρόνο
• κίνδυνο διπλο-κράτησης (race conditions)
Στόχος: ενιαία εμπειρία από κινητό, παντού, με εγγυημένη ακεραιότητα.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45920"/>
            <a:ext cx="548640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C068"/>
                </a:solidFill>
                <a:latin typeface="Calibri"/>
              </a:rPr>
              <a:t>✅ Λύση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3774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Mobile εφαρμογή Theatre Seat Reservation με:
• Εγγραφή / Σύνδεση χρηστών (JWT)
• Περιήγηση θεάτρων &amp; παραστάσεων
• Επιλογή πολλαπλών θέσεων με διαφορετικές κατηγορίες
• Ατομικές κρατήσεις με μοναδικό κωδικό αναφοράς
• Διαχείριση προφίλ, ιστορικού, αλλαγής/ακύρωσης
• Cloud backend (Railway) — προσβάσιμο από παντού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CN6035 — Theatre Reservation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C068"/>
                </a:solidFill>
                <a:latin typeface="Calibri"/>
              </a:rPr>
              <a:t>Τεχνολογίες &amp; Εργαλεία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36118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611880" cy="4572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E0C068"/>
                </a:solidFill>
                <a:latin typeface="Calibr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659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AAAA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React Native
Expo SDK 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Cross-platform mobile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691640"/>
            <a:ext cx="36118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691640"/>
            <a:ext cx="3611880" cy="4572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8745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E0C068"/>
                </a:solidFill>
                <a:latin typeface="Calibri"/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9659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AAAA"/>
                </a:solidFill>
                <a:latin typeface="Calibri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3317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Node.js
Express 4.x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5468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REST API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691640"/>
            <a:ext cx="36118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1691640"/>
            <a:ext cx="3611880" cy="4572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8745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E0C068"/>
                </a:solidFill>
                <a:latin typeface="Calibri"/>
              </a:rPr>
              <a:t>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659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AAAA"/>
                </a:solidFill>
                <a:latin typeface="Calibri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3317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MySQL 8.0
(MariaDB compatible)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15468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Persistent storage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36118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3611880" cy="4572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E0C068"/>
                </a:solidFill>
                <a:latin typeface="Calibri"/>
              </a:rPr>
              <a:t>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389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AAAA"/>
                </a:solidFill>
                <a:latin typeface="Calibri"/>
              </a:rPr>
              <a:t>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7548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JWT
+ bcrypt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Stateless authentication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4114800"/>
            <a:ext cx="36118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4114800"/>
            <a:ext cx="3611880" cy="4572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297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E0C068"/>
                </a:solidFill>
                <a:latin typeface="Calibri"/>
              </a:rPr>
              <a:t>☁️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389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AAAA"/>
                </a:solidFill>
                <a:latin typeface="Calibri"/>
              </a:rPr>
              <a:t>Hosting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7548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Railway
+ GitHub CI/CD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57784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Auto-deploy on push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80" y="4114800"/>
            <a:ext cx="36118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80" y="4114800"/>
            <a:ext cx="3611880" cy="4572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297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E0C068"/>
                </a:solidFill>
                <a:latin typeface="Calibri"/>
              </a:rPr>
              <a:t>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389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AAAA"/>
                </a:solidFill>
                <a:latin typeface="Calibri"/>
              </a:rPr>
              <a:t>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7548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Postman, Git
Expo Go, npm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57784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Development &amp; 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CN6035 — Theatre Reservation App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Αρχιτεκτονική Συστήματος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C068"/>
                </a:solidFill>
                <a:latin typeface="Calibri"/>
              </a:rPr>
              <a:t>3-tier κατανεμημένο σύστημα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2004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200400" cy="4572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0C068"/>
                </a:solidFill>
                <a:latin typeface="Calibri"/>
              </a:rPr>
              <a:t>📱 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iPhone / Android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React Native (Expo)
• expo-secure-store για JWT
• Axios HTTP client
• React Navigation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103120"/>
            <a:ext cx="32004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103120"/>
            <a:ext cx="3200400" cy="4572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0C068"/>
                </a:solidFill>
                <a:latin typeface="Calibri"/>
              </a:rPr>
              <a:t>⚙️  API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Node.js /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9184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REST endpoints (JSON)
• JWT middleware
• mysql2 connection pool
• bcrypt για passwords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103120"/>
            <a:ext cx="32004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2103120"/>
            <a:ext cx="3200400" cy="4572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0C068"/>
                </a:solidFill>
                <a:latin typeface="Calibri"/>
              </a:rPr>
              <a:t>🗄 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MySQL (Railway)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29184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6 tables με FK / CASCADE
• Transactions (FOR UPDATE)
• ACID guarantees
• Cloud-hosted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49039" y="3246120"/>
            <a:ext cx="731521" cy="0"/>
          </a:xfrm>
          <a:prstGeom prst="line">
            <a:avLst/>
          </a:prstGeom>
          <a:ln w="31750">
            <a:solidFill>
              <a:srgbClr val="E0C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ight Triangle 22"/>
          <p:cNvSpPr/>
          <p:nvPr/>
        </p:nvSpPr>
        <p:spPr>
          <a:xfrm>
            <a:off x="4343400" y="3182112"/>
            <a:ext cx="164592" cy="128016"/>
          </a:xfrm>
          <a:prstGeom prst="rtTriangle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2834640"/>
            <a:ext cx="7315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AAAA"/>
                </a:solidFill>
                <a:latin typeface="Calibri"/>
              </a:rPr>
              <a:t>HTTPS / JSON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80960" y="3246120"/>
            <a:ext cx="731520" cy="0"/>
          </a:xfrm>
          <a:prstGeom prst="line">
            <a:avLst/>
          </a:prstGeom>
          <a:ln w="31750">
            <a:solidFill>
              <a:srgbClr val="E0C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ight Triangle 25"/>
          <p:cNvSpPr/>
          <p:nvPr/>
        </p:nvSpPr>
        <p:spPr>
          <a:xfrm>
            <a:off x="8275320" y="3182112"/>
            <a:ext cx="164592" cy="128016"/>
          </a:xfrm>
          <a:prstGeom prst="rtTriangle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2834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AAAA"/>
                </a:solidFill>
                <a:latin typeface="Calibri"/>
              </a:rPr>
              <a:t>TCP /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46320"/>
            <a:ext cx="11064240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alibri"/>
              </a:rPr>
              <a:t>🌐  Δικτυακή Επικοινωνία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Client ↔ API: HTTPS — Public URL: cn6035-production.up.railway.app  ·  API ↔ DB: εσωτερικό Railway network (κρυπτογραφημένο, χωρίς exposure)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CN6035 — Theatre Reservation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Σχεδιασμός Βάσης Δεδομένων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C068"/>
                </a:solidFill>
                <a:latin typeface="Calibri"/>
              </a:rPr>
              <a:t>6 πίνακες με σχέσεις FK / CASCADE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365760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" cy="219456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0C068"/>
                </a:solidFill>
                <a:latin typeface="Calibri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user_id PK
name
email UNIQUE
password (bcrypt)
created_at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91640"/>
            <a:ext cx="365760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54864" cy="219456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0C068"/>
                </a:solidFill>
                <a:latin typeface="Calibri"/>
              </a:rPr>
              <a:t>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874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theatres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7744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theatre_id PK
name
location
description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91640"/>
            <a:ext cx="365760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91640"/>
            <a:ext cx="54864" cy="219456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828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0C068"/>
                </a:solidFill>
                <a:latin typeface="Calibri"/>
              </a:rPr>
              <a:t>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874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7744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show_id PK
theatre_id FK→
title
description
duration
age_rating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365760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54864" cy="219456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605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0C068"/>
                </a:solidFill>
                <a:latin typeface="Calibri"/>
              </a:rPr>
              <a:t>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206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showtimes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0916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showtime_id PK
show_id FK→
date, time, room
total_seats
available_seats
price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4023360"/>
            <a:ext cx="365760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4023360"/>
            <a:ext cx="54864" cy="219456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1605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0C068"/>
                </a:solidFill>
                <a:latin typeface="Calibri"/>
              </a:rPr>
              <a:t>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206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seats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70916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seat_id PK
showtime_id FK→
seat_number
category
is_available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023360"/>
            <a:ext cx="365760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4023360"/>
            <a:ext cx="54864" cy="219456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1605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0C068"/>
                </a:solidFill>
                <a:latin typeface="Calibri"/>
              </a:rPr>
              <a:t>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206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reservations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70916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reservation_id PK
user_id FK→
showtime_id FK→
seat_id FK→
reservation_reference
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E0C068"/>
                </a:solidFill>
                <a:latin typeface="Calibri"/>
              </a:rPr>
              <a:t>Όλες οι FK relations έχουν ON DELETE CASCADE  ·  Index στο reservation_reference για γρήγορο grouping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CN6035 — Theatre Reservation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Authentication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C068"/>
                </a:solidFill>
                <a:latin typeface="Calibri"/>
              </a:rPr>
              <a:t>JWT-based, stateless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5577840" cy="4526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0C068"/>
                </a:solidFill>
                <a:latin typeface="Calibri"/>
              </a:rPr>
              <a:t>🔐 Register /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User submits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377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onsolas"/>
              </a:rPr>
              <a:t>email + 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Backend hashes 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80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onsolas"/>
              </a:rPr>
              <a:t>bcrypt (cost 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INSERT user OR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832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onsolas"/>
              </a:rPr>
              <a:t>users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86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Sign JWT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886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onsolas"/>
              </a:rPr>
              <a:t>{userId, email}, 7-day expiry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Return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389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onsolas"/>
              </a:rPr>
              <a:t>{ token, user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92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Client stores 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892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onsolas"/>
              </a:rPr>
              <a:t>expo-secure-store (encrypted)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1691640"/>
            <a:ext cx="5486400" cy="4526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0C068"/>
                </a:solidFill>
                <a:latin typeface="Calibri"/>
              </a:rPr>
              <a:t>🛡 Protected API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3774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3774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Client attaches header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3774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Authorization: Bearer &lt;jwt&gt;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8803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8803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authMiddleware verifies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880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jsonwebtoken.verify(secret)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383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383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Extract userId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3832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req.user.userId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886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4.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886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Endpoint handler runs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8862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reservations / profile / etc.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3891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5.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389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Token expires? → 401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43891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Auto re-login on client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8920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onsolas"/>
              </a:rPr>
              <a:t>6.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892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JWT_SECRET in env vars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8920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Never in code/git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CN6035 — Theatre Reservation 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REST 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C068"/>
                </a:solidFill>
                <a:latin typeface="Calibri"/>
              </a:rPr>
              <a:t>12 endpoints συνολικά — όλα με JSON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C068"/>
                </a:solidFill>
                <a:latin typeface="Consolas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C068"/>
                </a:solidFill>
                <a:latin typeface="Consolas"/>
              </a:rPr>
              <a:t>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916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C068"/>
                </a:solidFill>
                <a:latin typeface="Consolas"/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C068"/>
                </a:solidFill>
                <a:latin typeface="Consolas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11247120" cy="8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C068"/>
                </a:solidFill>
                <a:latin typeface="Consolas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945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Δημιουργία νέου χρήστη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96312"/>
            <a:ext cx="11247120" cy="3474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420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C068"/>
                </a:solidFill>
                <a:latin typeface="Consolas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5420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54203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4203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Authenticate, επιστρέφει JWT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88950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88950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/api/theatres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88950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8950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Λίστα θεάτρων (?search=...)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91256"/>
            <a:ext cx="11247120" cy="3474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3697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2369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/api/theatres/:id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23697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3697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Λεπτομέρειες θεάτρου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5844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58444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/api/shows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5844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5844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Παραστάσεις (theatreId, title, date)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86200"/>
            <a:ext cx="11247120" cy="3474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9319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3931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/api/shows/:id/showtimes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3931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31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Showtimes συγκεκριμένης παράστασης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7939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427939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/api/showtimes/:id/seats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27939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C068"/>
                </a:solidFill>
                <a:latin typeface="Consolas"/>
              </a:rPr>
              <a:t>JWT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2793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Διαθεσιμότητα θέσεων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581144"/>
            <a:ext cx="11247120" cy="3474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62686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C068"/>
                </a:solidFill>
                <a:latin typeface="Consolas"/>
              </a:rPr>
              <a:t>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462686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/api/reservations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462686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C068"/>
                </a:solidFill>
                <a:latin typeface="Consolas"/>
              </a:rPr>
              <a:t>JWT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6268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Multi-seat κράτηση (atomic)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97433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onsolas"/>
              </a:rPr>
              <a:t>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497433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/api/reservations/:id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497433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C068"/>
                </a:solidFill>
                <a:latin typeface="Consolas"/>
              </a:rPr>
              <a:t>JWT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97433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Αλλαγή θέσης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276088"/>
            <a:ext cx="11247120" cy="3474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3218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6B"/>
                </a:solidFill>
                <a:latin typeface="Consolas"/>
              </a:rPr>
              <a:t>DELETE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54480" y="532180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/api/reservations/:id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532180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C068"/>
                </a:solidFill>
                <a:latin typeface="Consolas"/>
              </a:rPr>
              <a:t>JWT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3218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Ακύρωση κράτησης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66927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GET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5669279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/api/user/reservations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0" y="566927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C068"/>
                </a:solidFill>
                <a:latin typeface="Consolas"/>
              </a:rPr>
              <a:t>JWT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566927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Κρατήσεις χρήστη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971032"/>
            <a:ext cx="11247120" cy="3474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60167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54480" y="60167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/api/reservations/my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0" y="60167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C068"/>
                </a:solidFill>
                <a:latin typeface="Consolas"/>
              </a:rPr>
              <a:t>JWT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60167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Alias του παραπάνω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CN6035 — Theatre Reservation App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Multi-Seat Booking &amp; Concurrency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C068"/>
                </a:solidFill>
                <a:latin typeface="Calibri"/>
              </a:rPr>
              <a:t>Atomic transactions, FOR UPDATE locks, booking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6400800" cy="4526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0C068"/>
                </a:solidFill>
                <a:latin typeface="Consolas"/>
              </a:rPr>
              <a:t>📥  POST /api/reservations  { showtime_id, seat_ids: [11, 12, 27]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1. Validation: positive integers, no duplicates, ≤10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7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2. BEGIN TRANSACTION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16936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3. SELECT seats WHERE seat_id IN (...) FOR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9544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onsolas"/>
              </a:rPr>
              <a:t>   → row-level locks αποτρέπουν παράλληλη κράτηση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02152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4. Έλεγχος: όλες οι θέσεις διαθέσιμες;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onsolas"/>
              </a:rPr>
              <a:t>   → αν όχι, ROLLBACK + 409 Conflict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87368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5. generateReference() → BK-20260424-A7X3F2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9976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onsolas"/>
              </a:rPr>
              <a:t>   crypto.randomBytes(3) — 16.7M unique codes/day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72583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6. INSERT N rows με ίδιο reservation_reference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65192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7. UPDATE seats SET is_available = FALSE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8. UPDATE showtimes SET available_seats = ... -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0408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9. COMMIT 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43016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10. Response: { reference, count, totalPrice 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9752" y="1691640"/>
            <a:ext cx="4572000" cy="4526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87451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0C068"/>
                </a:solidFill>
                <a:latin typeface="Calibri"/>
              </a:rPr>
              <a:t>🛡 Εγγυήσεις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3774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✓ Atomicity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6700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Είτε όλες οι θέσεις κρατούνται, είτε καμία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0175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✓ No Double-Booking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3101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FOR UPDATE locks σειριοποιούν concurrent αιτήματα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6576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✓ 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9502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available_seats counter πάντα συγχρονισμένος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297679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✓ Validated 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59028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Δεν περνά κακόβουλο payload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9377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✓ Pricing on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2303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Τιμές υπολογίζονται από category, όχι 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5778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✓ 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58704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Booking reference για αναφορά/υποστήριξη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CN6035 — Theatre Reservation 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Δείγματα Χρήσης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C068"/>
                </a:solidFill>
                <a:latin typeface="Calibri"/>
              </a:rPr>
              <a:t>Login &amp; Home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691640"/>
            <a:ext cx="2377440" cy="47548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E0C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E0C068"/>
                </a:solidFill>
                <a:latin typeface="Calibri"/>
              </a:rPr>
              <a:t>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Calibri"/>
              </a:rPr>
              <a:t>Login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Calibri"/>
              </a:rPr>
              <a:t>[Insert screenshot here]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0C068"/>
                </a:solidFill>
                <a:latin typeface="Calibri"/>
              </a:rPr>
              <a:t>🔐 Είσοδος / Εγγραφή με 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29184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0C068"/>
                </a:solidFill>
                <a:latin typeface="Calibri"/>
              </a:rPr>
              <a:t>Λειτουργίες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Email + password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157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Bcrypt password hashing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0837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JWT 7-ημερών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30098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expo-secure-store (encrypted)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8862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C068"/>
                </a:solidFill>
                <a:latin typeface="Calibri"/>
              </a:rPr>
              <a:t>Home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17880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Hero banner με χαιρετισμό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47141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Stats: 6 θέατρα / πόλεις / 14 παρ.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76402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Filter chips (Τραγωδία, Κωμωδία...)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056631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Search box (theatre / location)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492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Pull-to-refresh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6418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Theatre cards με 'next show' badges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691640"/>
            <a:ext cx="2377440" cy="47548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E0C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E0C068"/>
                </a:solidFill>
                <a:latin typeface="Calibri"/>
              </a:rPr>
              <a:t>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160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Calibri"/>
              </a:rPr>
              <a:t>Theatre List Screen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Calibri"/>
              </a:rPr>
              <a:t>[Insert screenshot here]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37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0C068"/>
                </a:solidFill>
                <a:latin typeface="Calibri"/>
              </a:rPr>
              <a:t>🏛 Λίστα Θεάτρων + Search + Filters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CN6035 — Theatre Reservation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Δείγματα Χρήσης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C068"/>
                </a:solidFill>
                <a:latin typeface="Calibri"/>
              </a:rPr>
              <a:t>Show Detail &amp; Multi-Seat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194560" cy="438912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E0C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E0C068"/>
                </a:solidFill>
                <a:latin typeface="Calibri"/>
              </a:rPr>
              <a:t>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Calibri"/>
              </a:rPr>
              <a:t>Show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Calibri"/>
              </a:rPr>
              <a:t>[Insert screenshot here]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0C068"/>
                </a:solidFill>
                <a:latin typeface="Calibri"/>
              </a:rPr>
              <a:t>Showtimes + Director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2194560" cy="438912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E0C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E0C068"/>
                </a:solidFill>
                <a:latin typeface="Calibri"/>
              </a:rPr>
              <a:t>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9776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Calibri"/>
              </a:rPr>
              <a:t>Seat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4343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Calibri"/>
              </a:rPr>
              <a:t>[Insert screenshot here]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6172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0C068"/>
                </a:solidFill>
                <a:latin typeface="Calibri"/>
              </a:rPr>
              <a:t>Multi-seat + 3 sections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1691640"/>
            <a:ext cx="2194560" cy="438912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E0C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E0C068"/>
                </a:solidFill>
                <a:latin typeface="Calibri"/>
              </a:rPr>
              <a:t>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9776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Calibri"/>
              </a:rPr>
              <a:t>Price Breakdown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343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Calibri"/>
              </a:rPr>
              <a:t>[Insert screenshot here]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6172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0C068"/>
                </a:solidFill>
                <a:latin typeface="Calibri"/>
              </a:rPr>
              <a:t>Live total + categories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1691640"/>
            <a:ext cx="3931920" cy="4389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874519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0C068"/>
                </a:solidFill>
                <a:latin typeface="Calibri"/>
              </a:rPr>
              <a:t>🎟  Booking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3774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1. Επιλογή showtime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67004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2. Grid 144 θέσεων (12 σειρές × 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96265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   • A-B → VIP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25526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   • C-H → 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54787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   • I-L → Economy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8404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3. Tap to select / deselect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133087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4. Live breakdown: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42569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   2× VIP (€37.50) = €75.00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71830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   1× Standard (€25) = €25.00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501091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onsolas"/>
              </a:rPr>
              <a:t>   Σύνολο: €100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53035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5. Confirm → POST /reservations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559612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6. Success με reference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588873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7. Auto navigate σε Profile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CN6035 — Theatre Reservation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Δείγματα Χρήσης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C068"/>
                </a:solidFill>
                <a:latin typeface="Calibri"/>
              </a:rPr>
              <a:t>Profile &amp; Reservation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377440" cy="47548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E0C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E0C068"/>
                </a:solidFill>
                <a:latin typeface="Calibri"/>
              </a:rPr>
              <a:t>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Calibri"/>
              </a:rPr>
              <a:t>Profile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Calibri"/>
              </a:rPr>
              <a:t>[Insert screenshot here]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379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0C068"/>
                </a:solidFill>
                <a:latin typeface="Calibri"/>
              </a:rPr>
              <a:t>Tabs + Stats + Bookings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91640"/>
            <a:ext cx="502920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1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0C068"/>
                </a:solidFill>
                <a:latin typeface="Calibri"/>
              </a:rPr>
              <a:t>👤  Λειτουργίες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231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▸ Επερχόμενες / Ιστορικό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4231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tabs με grouped bookings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926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▸ Booking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9260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🎫 BK-20260424-A7X3F2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4290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▸ Per-seat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4290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Αλλαγή θέσης / Ακύρωση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9319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▸ Mixed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9319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ακυρωμένες θέσεις με strikethrough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4348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▸ Booking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4348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δυναμικός υπολογισμός μετά από ακύρωση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937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▸ Stats 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9377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συνολικός αριθμός κρατήσεων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440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▸ Pull-to-refresh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440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ανανέωση από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59436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▸ Logout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9436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διαγραφή JWT από secure store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1691640"/>
            <a:ext cx="2377440" cy="47548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E0C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E0C068"/>
                </a:solidFill>
                <a:latin typeface="Calibri"/>
              </a:rPr>
              <a:t>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160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Calibri"/>
              </a:rPr>
              <a:t>Booking Card Detail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Calibri"/>
              </a:rPr>
              <a:t>[Insert screenshot here]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65379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0C068"/>
                </a:solidFill>
                <a:latin typeface="Calibri"/>
              </a:rPr>
              <a:t>Reference + Seats 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CN6035 — Theatre Reservation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54864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Συμπεράσματα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C068"/>
                </a:solidFill>
                <a:latin typeface="Calibri"/>
              </a:rPr>
              <a:t>Επίτευξη στόχων &amp; μελλοντικές επεκτάσεις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5577840" cy="3108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Calibri"/>
              </a:rPr>
              <a:t>✅ Επιτεύχθηκαν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77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Πλήρες 3-tier mobile app (Client + API + DB)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43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JWT authentication με bcrypt + secure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08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Multi-seat atomic booking με category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74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Concurrency safety (FOR UPDATE locks)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40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Booking reference codes &amp; profile grouping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06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Cloud deployment (Railway) — runs from anywhere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691640"/>
            <a:ext cx="5486400" cy="3108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0C068"/>
                </a:solidFill>
                <a:latin typeface="Calibri"/>
              </a:rPr>
              <a:t>🚀 Μελλοντικές επεκτάσεις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377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377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OIDC / Keycloak (αντί JWT) για enterprise SSO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743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alibr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Real payment gateway (Stripe / Viva)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108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alibr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108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QR code tickets για είσοδο στο θέατρο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474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alibr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Push notifications (υπενθυμίσεις)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38404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840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Seat hold timer (5-min reservation window)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206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alibr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06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Standalone build (EAS) για App Store / Play Store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937760"/>
            <a:ext cx="1124712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937760"/>
            <a:ext cx="73152" cy="1280160"/>
          </a:xfrm>
          <a:prstGeom prst="rect">
            <a:avLst/>
          </a:prstGeom>
          <a:solidFill>
            <a:srgbClr val="E0C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074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C068"/>
                </a:solidFill>
                <a:latin typeface="Calibri"/>
              </a:rPr>
              <a:t>🔗  Πηγαίος Κώδικας &amp; Live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440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AAAAA"/>
                </a:solidFill>
                <a:latin typeface="Calibri"/>
              </a:rPr>
              <a:t>GitHub: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440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github.com/Yungmadara/CN6035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52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AAAAA"/>
                </a:solidFill>
                <a:latin typeface="Calibri"/>
              </a:rPr>
              <a:t>Live API: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cn6035-production.up.railway.app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0C068"/>
                </a:solidFill>
                <a:latin typeface="Calibri"/>
              </a:rPr>
              <a:t>🙏  Ευχαριστώ για την προσοχή σας  ·  Ερωτήσεις;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